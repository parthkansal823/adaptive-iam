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18"/>
  </p:notesMasterIdLst>
  <p:sldIdLst>
    <p:sldId id="40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embeddedFontLst>
    <p:embeddedFont>
      <p:font typeface="Georgia" panose="02040502050405020303" pitchFamily="18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5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ac87aa728_0_2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3dac87aa728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ac87aa728_0_2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3dac87aa728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ac87aa728_0_2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dac87aa728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ac87aa728_0_2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dac87aa728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ac87aa72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dac87aa72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-19050" y="0"/>
            <a:ext cx="12211050" cy="4438650"/>
          </a:xfrm>
          <a:custGeom>
            <a:avLst/>
            <a:gdLst/>
            <a:ahLst/>
            <a:cxnLst/>
            <a:rect l="l" t="t" r="r" b="b"/>
            <a:pathLst>
              <a:path w="12211050" h="4438650" extrusionOk="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rgbClr val="1716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>
            <a:spLocks noGrp="1"/>
          </p:cNvSpPr>
          <p:nvPr>
            <p:ph type="pic" idx="2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609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366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0621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4079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441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1496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457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8574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684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910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7765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661108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33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6053794"/>
            <a:ext cx="12192000" cy="4390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700394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260122" y="1474032"/>
            <a:ext cx="7246736" cy="2624726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Submitted in the partial fulfillment for the award of the degree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BACHELOR OF ENGINEERING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Engineering 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 in Information Security (IBM)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5377" y="52577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per" panose="02000506000000020004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per" panose="02000506000000020004" pitchFamily="2" charset="0"/>
              <a:ea typeface="+mn-ea"/>
              <a:cs typeface="+mn-c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443345" y="6014156"/>
            <a:ext cx="5882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Department of AIT-CSE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264412" y="443734"/>
            <a:ext cx="969666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LLM-Driven Adaptive Authentication and Access Control in Zero Trust Systems Using Blockchain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6115" y="4317759"/>
            <a:ext cx="40985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Submitted by: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Parth Kansal -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23BIS70035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Anshul Sharma -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23BIS70073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Vireshwar Singh Tomar -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23BIS70081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41782" y="4271593"/>
            <a:ext cx="30702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Under the Supervision of: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Ms. Sidrah Fayaz Wani</a:t>
            </a:r>
          </a:p>
        </p:txBody>
      </p:sp>
    </p:spTree>
    <p:extLst>
      <p:ext uri="{BB962C8B-B14F-4D97-AF65-F5344CB8AC3E}">
        <p14:creationId xmlns:p14="http://schemas.microsoft.com/office/powerpoint/2010/main" val="3020198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>
            <a:spLocks noGrp="1"/>
          </p:cNvSpPr>
          <p:nvPr>
            <p:ph type="title"/>
          </p:nvPr>
        </p:nvSpPr>
        <p:spPr>
          <a:xfrm>
            <a:off x="885676" y="365126"/>
            <a:ext cx="10515600" cy="976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dirty="0"/>
          </a:p>
        </p:txBody>
      </p:sp>
      <p:sp>
        <p:nvSpPr>
          <p:cNvPr id="113" name="Google Shape;113;p15"/>
          <p:cNvSpPr txBox="1">
            <a:spLocks noGrp="1"/>
          </p:cNvSpPr>
          <p:nvPr>
            <p:ph type="body" idx="1"/>
          </p:nvPr>
        </p:nvSpPr>
        <p:spPr>
          <a:xfrm>
            <a:off x="838200" y="1588220"/>
            <a:ext cx="10515600" cy="4952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Introduction to Project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Problem Formulation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Objectives of the work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Methodology used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Results and Outputs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Conclusion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Future Scope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Google Shape;1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Project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Google Shape;120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Traditional IAM systems use static authentication and access rules.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They do not adjust security based on user context, device, or behavior.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This makes systems vulnerable to credential theft and unauthorized 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access.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The project proposes an adaptive IAM framework based on Zero Trust principles.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</p:txBody>
      </p:sp>
      <p:sp>
        <p:nvSpPr>
          <p:cNvPr id="121" name="Google Shape;12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Project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Google Shape;12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lnSpc>
                <a:spcPct val="115000"/>
              </a:lnSpc>
              <a:spcBef>
                <a:spcPts val="0"/>
              </a:spcBef>
              <a:buSzPts val="2400"/>
              <a:buNone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The framework combines ML-based risk scoring, NLP-based request    validation, LLM-assisted authorization, and blockchain logging.</a:t>
            </a:r>
          </a:p>
          <a:p>
            <a:pPr marL="4191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Authentication decisions are made using real-time contextual and behavioral analysis.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4191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Authorization requests are checked using justification analysis and human-in-the-loop voting.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4191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Blockchain ensures tamper-proof audit records and smart-contract-based access control.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Google Shape;12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Google Shape;134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Static authentication checks only whether the correct password is entered.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indent="-4572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It does not verify whether the login matches normal user behavior.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indent="-4572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Suspicious logins from unusual devices, locations, or times may still get access.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indent="-4572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This creates serious security risks in modern cyber environments.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indent="-457200">
              <a:lnSpc>
                <a:spcPct val="115000"/>
              </a:lnSpc>
              <a:spcBef>
                <a:spcPts val="0"/>
              </a:spcBef>
            </a:pPr>
            <a:endParaRPr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685800" indent="-457200">
              <a:spcBef>
                <a:spcPts val="0"/>
              </a:spcBef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Google Shape;135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191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Traditional authorization is often role-based and inflexible.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4191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Temporary access requests are usually handled manually and may not be revoked on time.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4191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Centralized credential storage also becomes a high-value target for attackers.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4191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There is a need for a smarter, adaptive, and auditable IAM system.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</p:txBody>
      </p:sp>
      <p:sp>
        <p:nvSpPr>
          <p:cNvPr id="142" name="Google Shape;14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Google Shape;148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To design an adaptive authentication framework using machine learning risk scoring.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3429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To validate access-request justifications using NLP techniques.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3429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To use LLMs for selecting human reviewers in sensitive authorization cases.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3429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To maintain immutable audit logs using blockchain and smart contracts.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571500">
              <a:spcBef>
                <a:spcPts val="0"/>
              </a:spcBef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Google Shape;14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Google Shape;155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The system has two main pipelines: authentication and authorization.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3429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The authentication pipeline calculates a real-time risk score for each login.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3429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The authorization pipeline evaluates resource requests and user justifications.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3429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Both pipelines are connected through a shared blockchain audit layer.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</p:txBody>
      </p:sp>
      <p:sp>
        <p:nvSpPr>
          <p:cNvPr id="156" name="Google Shape;15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Google Shape;162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191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Risk scoring uses features like login time, IP, location, device, failed attempts, and account history.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4191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A hybrid model combines Logistic Regression and Random Forest for final risk prediction.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4191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Risk is categorized into low, medium, and high levels.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4191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System actions include direct access, OTP/MFA, blocking, or honeypot redirection.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571500"/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</p:txBody>
      </p:sp>
      <p:sp>
        <p:nvSpPr>
          <p:cNvPr id="163" name="Google Shape;16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Outputs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Google Shape;16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The proposed framework is currently at design and architectural validation stage.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Expected ML risk-scoring accuracy is 85% to 92%.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Expected authentication inference latency is below 200 </a:t>
            </a:r>
            <a:r>
              <a:rPr lang="en-US" dirty="0" err="1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ms.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These estimates are based on published benchmark studies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Google Shape;17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Outputs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Google Shape;176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The primary NLP classifier is expected to achieve about 83% accuracy.</a:t>
            </a:r>
            <a:endParaRPr lang="en-IN"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With BERT fallback, overall NLP accuracy may rise to about 89%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Suspicious justifications can be detected before access is granted.</a:t>
            </a: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lang="en-US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This improves authorization quality and reduces misuse risk.</a:t>
            </a:r>
            <a:endParaRPr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77" name="Google Shape;17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" name="Google Shape;18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sz="2400" dirty="0">
                <a:latin typeface="Georgia"/>
                <a:ea typeface="Georgia"/>
                <a:cs typeface="Georgia"/>
                <a:sym typeface="Georgia"/>
              </a:rPr>
              <a:t>The project proposes a modern IAM framework for Zero Trust environments.</a:t>
            </a:r>
            <a:endParaRPr sz="2400" dirty="0">
              <a:latin typeface="Georgia"/>
              <a:ea typeface="Georgia"/>
              <a:cs typeface="Georgia"/>
              <a:sym typeface="Georgia"/>
            </a:endParaRPr>
          </a:p>
          <a:p>
            <a:pPr marL="3429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sz="2400" dirty="0">
                <a:latin typeface="Georgia"/>
                <a:ea typeface="Georgia"/>
                <a:cs typeface="Georgia"/>
                <a:sym typeface="Georgia"/>
              </a:rPr>
              <a:t>It replaces static decisions with adaptive, context-aware authentication and authorization.</a:t>
            </a:r>
            <a:endParaRPr sz="2400" dirty="0">
              <a:latin typeface="Georgia"/>
              <a:ea typeface="Georgia"/>
              <a:cs typeface="Georgia"/>
              <a:sym typeface="Georgia"/>
            </a:endParaRPr>
          </a:p>
          <a:p>
            <a:pPr marL="3429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sz="2400" dirty="0">
                <a:latin typeface="Georgia"/>
                <a:ea typeface="Georgia"/>
                <a:cs typeface="Georgia"/>
                <a:sym typeface="Georgia"/>
              </a:rPr>
              <a:t>Blockchain strengthens audit integrity, while LLM and NLP improve access governance.</a:t>
            </a:r>
            <a:endParaRPr sz="2400" dirty="0">
              <a:latin typeface="Georgia"/>
              <a:ea typeface="Georgia"/>
              <a:cs typeface="Georgia"/>
              <a:sym typeface="Georgia"/>
            </a:endParaRPr>
          </a:p>
          <a:p>
            <a:pPr marL="3429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sz="2400" dirty="0">
                <a:latin typeface="Georgia"/>
                <a:ea typeface="Georgia"/>
                <a:cs typeface="Georgia"/>
                <a:sym typeface="Georgia"/>
              </a:rPr>
              <a:t>The framework is promising but still needs real-world implementation and testing.</a:t>
            </a:r>
            <a:endParaRPr sz="2400"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4" name="Google Shape;1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Google Shape;190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sz="2600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Implement the full framework and test it on real organizational datasets.</a:t>
            </a:r>
            <a:endParaRPr sz="2600"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3429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sz="2600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Add explainable AI techniques such as SHAP for transparent risk decisions.</a:t>
            </a:r>
            <a:endParaRPr sz="2600"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3429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sz="2600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Improve the honeypot using LLM-generated synthetic documents.</a:t>
            </a:r>
            <a:endParaRPr sz="2600"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3429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sz="2600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Extend the system toward continuous behavioral authentication during sessions.</a:t>
            </a:r>
            <a:endParaRPr sz="2600"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3429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sz="2600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Integrate federated learning and enterprise IAM platforms like </a:t>
            </a:r>
            <a:r>
              <a:rPr lang="en-US" sz="2600" dirty="0" err="1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Keycloak</a:t>
            </a:r>
            <a:r>
              <a:rPr lang="en-US" sz="2600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.</a:t>
            </a:r>
            <a:endParaRPr sz="2600"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571500"/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97" name="Google Shape;197;p27"/>
          <p:cNvSpPr txBox="1">
            <a:spLocks noGrp="1"/>
          </p:cNvSpPr>
          <p:nvPr>
            <p:ph type="body" idx="1"/>
          </p:nvPr>
        </p:nvSpPr>
        <p:spPr>
          <a:xfrm>
            <a:off x="838200" y="1546224"/>
            <a:ext cx="10515600" cy="481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R. S. Sandhu, E. J. Coyne, H. L. Feinstein, and C. E. Youman, “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Rolebased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 control models,” IEEE Computer, vol. 29, no. 2, pp. 38–47,  1996.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V. C. Hu, D. Ferraiolo, and D. Kuhn, “Assessment of access control systems,” NIST Interagency Report 7316, 2017.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S. Wiefling, M.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D¨urmuth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L. Lo Iacono, “Pump up password security! Evaluating and enhancing risk-based authentication on 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realworld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large-scale online service,” ACM Trans. Privacy Security, 2022.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M.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Zyskind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O. Nathan, and A. Pentland, “Decentralizing privacy: Using blockchain to protect personal data,” in Proc. IEEE S&amp;P Workshops,2015, pp. 180–184.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Y. Liu, K. Wang, Y. Lin, and W. Xu, “Blockchain-based identity management systems: A survey,” J. Network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Appl., vol. 166,2020.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K. Sharma and R. Gupta, “Adaptive multi-factor authentication for secure systems,”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Security, vol. 108, 2022.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S. Rose, O. Borchert, S. Mitchell, and S. Connelly, “Zero trust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architecture,”NIST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 800-207, 2020.</a:t>
            </a:r>
          </a:p>
          <a:p>
            <a:pPr marL="228600" lv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S. Wiefling et al., “RBA login dataset,” GitHub, 2022. [Online].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Available:https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://github.com/das-group/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rba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-dataset</a:t>
            </a:r>
          </a:p>
          <a:p>
            <a:pPr marL="2286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G. Picard and S. Pierre, “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RLAuth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risk-based authentication system using reinforcement learning,” IEEE Access, 2023.</a:t>
            </a:r>
          </a:p>
          <a:p>
            <a:pPr marL="2286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H. Fereidouni et al., “F-RBA: A federated learning-based framework for risk-based authentication,”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arXiv:2412.12324, 2024.</a:t>
            </a:r>
          </a:p>
          <a:p>
            <a:pPr marL="228600" indent="0">
              <a:buNone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" name="Google Shape;19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body" idx="1"/>
          </p:nvPr>
        </p:nvSpPr>
        <p:spPr>
          <a:xfrm>
            <a:off x="838200" y="1436158"/>
            <a:ext cx="10515600" cy="46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A. F. Baig and S. Eskeland, “Security, privacy, and usability in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continuousauthentication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survey,” Sensors, vol. 21, no. 17, 2021.</a:t>
            </a:r>
          </a:p>
          <a:p>
            <a:pPr marL="2286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M. Frank, R.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Biedert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 Ma, I. Martinovic, and D. Song, “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Touchalytics:On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applicability of touchscreen input as a behavioral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biometric,”IEEE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Trans. Inf. Forensics Security, vol. 8, no. 1, 2013.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J.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Kindervag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“Build security into your network’s DNA: The zero trust network architecture,” Forrester Research, 2010.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Y. Wang et al., “AU-ZTAC: Attribute and user trust score-based zero trust access control in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Electronics, vol. 12, no. 23, 202</a:t>
            </a:r>
          </a:p>
          <a:p>
            <a:pPr marL="2286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Google, “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BeyondCorp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new approach to enterprise security,” Google Whitepaper, 2014.</a:t>
            </a:r>
          </a:p>
          <a:p>
            <a:pPr marL="2286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 X. Hu et al., “N-Accesses: A blockchain-based access control framework for IoT,” Sensors, vol. 23, no. 20, 2023.</a:t>
            </a:r>
          </a:p>
          <a:p>
            <a:pPr marL="2286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 R. Patel, S. Mehta, and A. Verma, “Context-aware security decision making using large language models,” in Proc. IEEE Int. Conf. Artificial Intelligence Security, 2023.</a:t>
            </a:r>
          </a:p>
          <a:p>
            <a:pPr marL="2286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 H. Tawfik et al., “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ACHealthChain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blockchain-based access control framework for healthcare data,” Scientific Reports, vol. 15, 2025.</a:t>
            </a:r>
          </a:p>
          <a:p>
            <a:pPr marL="2286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[19] S. N. Zisad, “LLMAC: A global and explainable access control framework with LLM,”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arXiv:2602.09392, 2026.</a:t>
            </a:r>
          </a:p>
          <a:p>
            <a:pPr marL="2286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 T. Hastie, R.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Tibshirani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J. Friedman, The Elements of Statistical Learning. New York, NY, USA: Springer, 2009.</a:t>
            </a:r>
          </a:p>
          <a:p>
            <a:pPr marL="228600" indent="0">
              <a:buNone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Google Shape;205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1367</Words>
  <Application>Microsoft Office PowerPoint</Application>
  <PresentationFormat>Widescreen</PresentationFormat>
  <Paragraphs>114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Calibri</vt:lpstr>
      <vt:lpstr>Casper</vt:lpstr>
      <vt:lpstr>Arial</vt:lpstr>
      <vt:lpstr>Georgia</vt:lpstr>
      <vt:lpstr>Times New Roman</vt:lpstr>
      <vt:lpstr>Calibri Light</vt:lpstr>
      <vt:lpstr>1_Office Theme</vt:lpstr>
      <vt:lpstr>2_Office Theme</vt:lpstr>
      <vt:lpstr>PowerPoint Presentation</vt:lpstr>
      <vt:lpstr>Outline</vt:lpstr>
      <vt:lpstr>Introduction to Project</vt:lpstr>
      <vt:lpstr>Introduction to Project</vt:lpstr>
      <vt:lpstr>Problem Formulation</vt:lpstr>
      <vt:lpstr>Problem Formulation</vt:lpstr>
      <vt:lpstr>Objectives of the Work</vt:lpstr>
      <vt:lpstr>Methodology used</vt:lpstr>
      <vt:lpstr>Methodology used</vt:lpstr>
      <vt:lpstr>Results and Outputs</vt:lpstr>
      <vt:lpstr>Results and Outputs</vt:lpstr>
      <vt:lpstr>Conclusion</vt:lpstr>
      <vt:lpstr>Future Scope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PARTH KANSAL</cp:lastModifiedBy>
  <cp:revision>1</cp:revision>
  <dcterms:modified xsi:type="dcterms:W3CDTF">2026-04-30T01:45:16Z</dcterms:modified>
</cp:coreProperties>
</file>